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Source Sans 3" panose="020B0604020202020204" charset="0"/>
      <p:regular r:id="rId13"/>
    </p:embeddedFont>
    <p:embeddedFont>
      <p:font typeface="Source Serif 4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45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4D4F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269430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E-COMMERCE SALES — Data Analysis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374193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Period: Jan 1 — Feb 10, 2026 · 10,000 orders · 21 columns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086" y="4285456"/>
            <a:ext cx="2949303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D75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17740" y="4345285"/>
            <a:ext cx="331957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SOURCES: PYTHON NOTEBOOK · POWER BI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747101" y="4345285"/>
            <a:ext cx="303800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FOR MANAGEMENT REVIEW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31407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Executive Summary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299718"/>
            <a:ext cx="995338" cy="124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42754" y="3299718"/>
            <a:ext cx="218761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Total Revenue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942754" y="3712666"/>
            <a:ext cx="218761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₹642.13M · 10,000 orders · AOV ₹64,212.91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704" y="3299718"/>
            <a:ext cx="995338" cy="12442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24372" y="3299718"/>
            <a:ext cx="218761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Categories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624372" y="3712666"/>
            <a:ext cx="218761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Electronics (rev), Home (orders), Fashion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322" y="3299718"/>
            <a:ext cx="995338" cy="12442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3299718"/>
            <a:ext cx="218761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Time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305990" y="3712666"/>
            <a:ext cx="218761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January strongest (partial Feb)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860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Overview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858764"/>
            <a:ext cx="4026196" cy="40262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7188" y="2508647"/>
            <a:ext cx="628267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Contents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17188" y="3001367"/>
            <a:ext cx="68922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10,000 rows · 21 columns · complete (no nulls)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17188" y="3500041"/>
            <a:ext cx="6282672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Orders, customers, product, pricing, shipping, payment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fields: order_id, dates, customer_id, product_id, total_sales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217188" y="4432498"/>
            <a:ext cx="6282672" cy="777776"/>
          </a:xfrm>
          <a:prstGeom prst="roundRect">
            <a:avLst>
              <a:gd name="adj" fmla="val 10772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613" y="4723110"/>
            <a:ext cx="249330" cy="1994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65368" y="4661793"/>
            <a:ext cx="6044652" cy="319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3C"/>
                </a:solidFill>
              </a:defRPr>
            </a:pPr>
            <a:r>
              <a:t>Power BI uses the same dataset with interactive slicers for category, state, and payment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4D4F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65137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Cleaning &amp; Quality Checks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98086" y="2123877"/>
            <a:ext cx="1941563" cy="2420441"/>
          </a:xfrm>
          <a:prstGeom prst="roundRect">
            <a:avLst>
              <a:gd name="adj" fmla="val 431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903860" y="2329656"/>
            <a:ext cx="15300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03860" y="2742605"/>
            <a:ext cx="1530014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Datetime conversions done; df.info() &amp; df.isna().sum() show no nulls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2839074" y="2123877"/>
            <a:ext cx="1941563" cy="2420441"/>
          </a:xfrm>
          <a:prstGeom prst="roundRect">
            <a:avLst>
              <a:gd name="adj" fmla="val 431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044848" y="2329656"/>
            <a:ext cx="15300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Value Checks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044848" y="2742605"/>
            <a:ext cx="153001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negative quantity/unit_price/shipping/total_sales values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980061" y="2123877"/>
            <a:ext cx="1941563" cy="2420441"/>
          </a:xfrm>
          <a:prstGeom prst="roundRect">
            <a:avLst>
              <a:gd name="adj" fmla="val 431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185836" y="2329656"/>
            <a:ext cx="15300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Outliers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85836" y="2742605"/>
            <a:ext cx="153001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163 records above IQR upper bound (not removed)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98086" y="4743748"/>
            <a:ext cx="6223539" cy="146288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903860" y="4949527"/>
            <a:ext cx="581199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Critical Issue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03860" y="5362476"/>
            <a:ext cx="581199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4,915 records have ship_date earlier than order_date → blocked fulfillment analysis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8474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Sales Analysis — Key Metrics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970385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718395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Total Revenue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131344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₹642,129,105.55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1970385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0463" y="2718395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Avg Order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20463" y="3131344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₹64,212.91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849489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86" y="4597499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Units Sold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98086" y="5010448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30,144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463" y="3849489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20463" y="4597499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Avg Discount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20463" y="5010448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15.00%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98086" y="5553968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single sale ₹249,155.53 · Lowest ₹309.94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7362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Category &amp; Product Highlights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3144" y="1958876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Category Revenue Share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653144" y="2451596"/>
            <a:ext cx="74563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Electronics 34.16% · Home 33.45% · Fashion 32.39%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653144" y="2970213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by Revenue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653144" y="3462933"/>
            <a:ext cx="74563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Electronics ₹219.36M · Home ₹214.76M · Fashion ₹208.01M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653144" y="3981549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Sub-category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53144" y="4474270"/>
            <a:ext cx="74563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Furniture ₹111.84M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653144" y="4992886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Product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53144" y="5485606"/>
            <a:ext cx="74563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“maintain” ₹2.10M · Top qty 78 units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3074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Order &amp; Customer Analysis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516386"/>
            <a:ext cx="1510171" cy="1510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4275931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Orders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4688880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10,000 orders · 100% Delivered · Avg quantity 3.01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704" y="2516386"/>
            <a:ext cx="1510171" cy="1510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4275931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4688880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6,016 unique customers · Avg spend per customer ₹106,736.89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322" y="2516386"/>
            <a:ext cx="1510171" cy="1510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4275931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Customers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4688880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Megan Johnson ₹519,128.22 · John Smith ₹437,475.71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Geographic Analysis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01672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Points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484537"/>
            <a:ext cx="5154484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state by revenue: North Carolina ₹15,037,672.64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state by orders: Arizona 238 orders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city: Lake Michael ₹806,828.24 · 13 orders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345476" y="3805932"/>
            <a:ext cx="5154484" cy="777776"/>
          </a:xfrm>
          <a:prstGeom prst="roundRect">
            <a:avLst>
              <a:gd name="adj" fmla="val 10772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900" y="4096544"/>
            <a:ext cx="249330" cy="1994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3656" y="4035227"/>
            <a:ext cx="4916464" cy="319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3C"/>
                </a:solidFill>
              </a:defRPr>
            </a:pPr>
            <a:r>
              <a:t>Power BI provides interactive state-level filtering.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4481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Time Analysis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454970"/>
            <a:ext cx="6846716" cy="2833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0040" y="3241374"/>
            <a:ext cx="1106411" cy="178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January (Full)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0040" y="3473815"/>
            <a:ext cx="1106411" cy="303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-3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₹489.99M · 7,653 orders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270660" y="3241374"/>
            <a:ext cx="1106411" cy="35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February (Through 10)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70660" y="3652283"/>
            <a:ext cx="1106411" cy="303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-3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₹152.14M · 2,347 orders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37708" y="2561233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Summary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37708" y="3053953"/>
            <a:ext cx="3462152" cy="81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January ₹489.99M · 7,653 orders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Feb (partial) ₹152.14M · 2,347 orders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37708" y="4071243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Weekday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37708" y="4563963"/>
            <a:ext cx="346215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weekday by revenue: Monday ₹95,371,920 · Wednesday lowest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6638"/>
            <a:ext cx="10795524" cy="375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kern="0" spc="-4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Findings, Recommendations &amp; Limitations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698086" y="1106190"/>
            <a:ext cx="3543906" cy="383381"/>
          </a:xfrm>
          <a:prstGeom prst="roundRect">
            <a:avLst>
              <a:gd name="adj" fmla="val 49999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4146" y="1201936"/>
            <a:ext cx="191686" cy="1916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5876" y="1571427"/>
            <a:ext cx="3288325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Findings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25876" y="1808361"/>
            <a:ext cx="328832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kern="0" spc="-2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₹642.13M revenue · Electronics leads revenue &amp; units · Home leads orders · Data-quality: 4,915 date inconsistencies · 163 outliers flagged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323845" y="1106190"/>
            <a:ext cx="3543906" cy="383381"/>
          </a:xfrm>
          <a:prstGeom prst="roundRect">
            <a:avLst>
              <a:gd name="adj" fmla="val 49999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9905" y="1201936"/>
            <a:ext cx="191686" cy="1916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1636" y="1571427"/>
            <a:ext cx="3288325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451636" y="1808361"/>
            <a:ext cx="328832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kern="0" spc="-2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 in Electronics · Investigate Home order/value gap · Retain high-value customers (Megan Johnson) · Fix date validation · Review brand capture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949604" y="1106190"/>
            <a:ext cx="3543906" cy="383381"/>
          </a:xfrm>
          <a:prstGeom prst="roundRect">
            <a:avLst>
              <a:gd name="adj" fmla="val 49999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5665" y="1201936"/>
            <a:ext cx="191686" cy="1916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77395" y="1571427"/>
            <a:ext cx="3288325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077395" y="1808361"/>
            <a:ext cx="3288325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kern="0" spc="-2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Short period (Jan–Feb 10) · Shipping/delivery analysis blocked by date errors · Brand-level figures unreliable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86" y="2623344"/>
            <a:ext cx="3575754" cy="35758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91927" y="3951982"/>
            <a:ext cx="6907933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BI Overview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591927" y="4305499"/>
            <a:ext cx="7517517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kern="0" spc="-2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pages: Executive KPIs · Sales &amp; Product · Customer &amp; Geographic. Interactive slicers for category/state/payment.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55693" y="4516448"/>
            <a:ext cx="6907933" cy="770125"/>
          </a:xfrm>
          <a:prstGeom prst="roundRect">
            <a:avLst>
              <a:gd name="adj" fmla="val 14168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429" y="4734594"/>
            <a:ext cx="357518" cy="2860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07247" y="4586982"/>
            <a:ext cx="6974408" cy="16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4B235A"/>
                </a:solidFill>
              </a:rPr>
              <a:t>Power BI Dashboard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rPr dirty="0"/>
              <a:t>3 interactive pages with filters for category, state, and payment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529</Words>
  <Application>Microsoft Office PowerPoint</Application>
  <PresentationFormat>Widescreen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Source Sans 3</vt:lpstr>
      <vt:lpstr>Source Serif 4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sanu kumar</cp:lastModifiedBy>
  <cp:revision>3</cp:revision>
  <dcterms:created xsi:type="dcterms:W3CDTF">2026-09-21T16:25:11Z</dcterms:created>
  <dcterms:modified xsi:type="dcterms:W3CDTF">2026-09-25T07:46:05Z</dcterms:modified>
</cp:coreProperties>
</file>